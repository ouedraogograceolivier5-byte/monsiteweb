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70FD8F-0050-42E3-8B3A-6ED7CFB9852E}" type="doc">
      <dgm:prSet loTypeId="urn:microsoft.com/office/officeart/2005/8/layout/chevron1" loCatId="process" qsTypeId="urn:microsoft.com/office/officeart/2005/8/quickstyle/3d1" qsCatId="3D" csTypeId="urn:microsoft.com/office/officeart/2005/8/colors/accent1_3" csCatId="accent1" phldr="1"/>
      <dgm:spPr/>
      <dgm:t>
        <a:bodyPr rtlCol="0"/>
        <a:lstStyle/>
        <a:p>
          <a:pPr rtl="0"/>
          <a:endParaRPr lang="en-US"/>
        </a:p>
      </dgm:t>
    </dgm:pt>
    <dgm:pt modelId="{8DB5D7D5-6A1C-4ABC-8850-759A9D876047}">
      <dgm:prSet/>
      <dgm:spPr/>
      <dgm:t>
        <a:bodyPr rtlCol="0"/>
        <a:lstStyle/>
        <a:p>
          <a:pPr rtl="0"/>
          <a:r>
            <a:rPr lang="fr" dirty="0"/>
            <a:t>1</a:t>
          </a:r>
        </a:p>
      </dgm:t>
    </dgm:pt>
    <dgm:pt modelId="{D8874F40-D7B0-41DE-BB6F-A6014FEAB2D7}" type="parTrans" cxnId="{C5202EE1-10E9-4076-9D55-9E0CF8B152AF}">
      <dgm:prSet/>
      <dgm:spPr/>
      <dgm:t>
        <a:bodyPr rtlCol="0"/>
        <a:lstStyle/>
        <a:p>
          <a:pPr rtl="0"/>
          <a:endParaRPr lang="en-US"/>
        </a:p>
      </dgm:t>
    </dgm:pt>
    <dgm:pt modelId="{BD6E0A2E-99C8-4F5A-971A-CD211D1099FF}" type="sibTrans" cxnId="{C5202EE1-10E9-4076-9D55-9E0CF8B152AF}">
      <dgm:prSet/>
      <dgm:spPr/>
      <dgm:t>
        <a:bodyPr rtlCol="0"/>
        <a:lstStyle/>
        <a:p>
          <a:pPr rtl="0"/>
          <a:endParaRPr lang="en-US"/>
        </a:p>
      </dgm:t>
    </dgm:pt>
    <dgm:pt modelId="{96262926-A67D-4E4E-9515-5EBC67F0B634}">
      <dgm:prSet custT="1"/>
      <dgm:spPr/>
      <dgm:t>
        <a:bodyPr rtlCol="0"/>
        <a:lstStyle/>
        <a:p>
          <a:pPr rtl="0"/>
          <a:r>
            <a:rPr lang="fr" sz="2800" dirty="0"/>
            <a:t>Introduction</a:t>
          </a:r>
        </a:p>
      </dgm:t>
    </dgm:pt>
    <dgm:pt modelId="{EC74E552-C501-4B0E-9400-E8B410F53D50}" type="parTrans" cxnId="{8C5B110A-FBC3-4CBF-BED2-413E87D4DAD5}">
      <dgm:prSet/>
      <dgm:spPr/>
      <dgm:t>
        <a:bodyPr rtlCol="0"/>
        <a:lstStyle/>
        <a:p>
          <a:pPr rtl="0"/>
          <a:endParaRPr lang="en-US"/>
        </a:p>
      </dgm:t>
    </dgm:pt>
    <dgm:pt modelId="{1DA7ACEB-F642-43C1-BCB5-F580B9B985B9}" type="sibTrans" cxnId="{8C5B110A-FBC3-4CBF-BED2-413E87D4DAD5}">
      <dgm:prSet/>
      <dgm:spPr/>
      <dgm:t>
        <a:bodyPr rtlCol="0"/>
        <a:lstStyle/>
        <a:p>
          <a:pPr rtl="0"/>
          <a:endParaRPr lang="en-US"/>
        </a:p>
      </dgm:t>
    </dgm:pt>
    <dgm:pt modelId="{C5146535-FD3D-4589-98A3-623B8DA4B8DB}">
      <dgm:prSet/>
      <dgm:spPr/>
      <dgm:t>
        <a:bodyPr rtlCol="0"/>
        <a:lstStyle/>
        <a:p>
          <a:pPr rtl="0"/>
          <a:r>
            <a:rPr lang="fr" dirty="0"/>
            <a:t>2</a:t>
          </a:r>
        </a:p>
      </dgm:t>
    </dgm:pt>
    <dgm:pt modelId="{20848F78-EC70-4162-96CE-CC68006930F0}" type="parTrans" cxnId="{8EBF857E-7408-4941-91E4-293B0F59EEF7}">
      <dgm:prSet/>
      <dgm:spPr/>
      <dgm:t>
        <a:bodyPr rtlCol="0"/>
        <a:lstStyle/>
        <a:p>
          <a:pPr rtl="0"/>
          <a:endParaRPr lang="en-US"/>
        </a:p>
      </dgm:t>
    </dgm:pt>
    <dgm:pt modelId="{7A3CCAF8-AC3A-401E-AEDD-44BBC1AA9C31}" type="sibTrans" cxnId="{8EBF857E-7408-4941-91E4-293B0F59EEF7}">
      <dgm:prSet/>
      <dgm:spPr/>
      <dgm:t>
        <a:bodyPr rtlCol="0"/>
        <a:lstStyle/>
        <a:p>
          <a:pPr rtl="0"/>
          <a:endParaRPr lang="en-US"/>
        </a:p>
      </dgm:t>
    </dgm:pt>
    <dgm:pt modelId="{E80CA270-6C90-4E17-ACEA-46B56AD54DD1}">
      <dgm:prSet custT="1"/>
      <dgm:spPr/>
      <dgm:t>
        <a:bodyPr rtlCol="0"/>
        <a:lstStyle/>
        <a:p>
          <a:pPr rtl="0"/>
          <a:r>
            <a:rPr lang="fr" sz="4000" dirty="0"/>
            <a:t>Outils</a:t>
          </a:r>
        </a:p>
      </dgm:t>
    </dgm:pt>
    <dgm:pt modelId="{7EEC8067-96EF-4BE0-8BE3-BA59ED78A31F}" type="parTrans" cxnId="{2DC28DF8-5C1B-4F53-A4C1-D5B63FB54BAF}">
      <dgm:prSet/>
      <dgm:spPr/>
      <dgm:t>
        <a:bodyPr rtlCol="0"/>
        <a:lstStyle/>
        <a:p>
          <a:pPr rtl="0"/>
          <a:endParaRPr lang="en-US"/>
        </a:p>
      </dgm:t>
    </dgm:pt>
    <dgm:pt modelId="{1AFE46E5-6B07-4894-8ECB-21BD7E7B8AF1}" type="sibTrans" cxnId="{2DC28DF8-5C1B-4F53-A4C1-D5B63FB54BAF}">
      <dgm:prSet/>
      <dgm:spPr/>
      <dgm:t>
        <a:bodyPr rtlCol="0"/>
        <a:lstStyle/>
        <a:p>
          <a:pPr rtl="0"/>
          <a:endParaRPr lang="en-US"/>
        </a:p>
      </dgm:t>
    </dgm:pt>
    <dgm:pt modelId="{09C152DA-7620-4852-8162-A77EC3609F3F}">
      <dgm:prSet/>
      <dgm:spPr/>
      <dgm:t>
        <a:bodyPr rtlCol="0"/>
        <a:lstStyle/>
        <a:p>
          <a:pPr rtl="0"/>
          <a:r>
            <a:rPr lang="fr" dirty="0"/>
            <a:t>3</a:t>
          </a:r>
        </a:p>
      </dgm:t>
    </dgm:pt>
    <dgm:pt modelId="{9F6D14C0-6C82-4CBD-8D6D-B0E117B6F2ED}" type="parTrans" cxnId="{23ECAC8B-17A4-4883-AA0E-06D66B7E788A}">
      <dgm:prSet/>
      <dgm:spPr/>
      <dgm:t>
        <a:bodyPr rtlCol="0"/>
        <a:lstStyle/>
        <a:p>
          <a:pPr rtl="0"/>
          <a:endParaRPr lang="en-US"/>
        </a:p>
      </dgm:t>
    </dgm:pt>
    <dgm:pt modelId="{0AE8D36D-0F0F-4206-AE39-0A2D73987B68}" type="sibTrans" cxnId="{23ECAC8B-17A4-4883-AA0E-06D66B7E788A}">
      <dgm:prSet/>
      <dgm:spPr/>
      <dgm:t>
        <a:bodyPr rtlCol="0"/>
        <a:lstStyle/>
        <a:p>
          <a:pPr rtl="0"/>
          <a:endParaRPr lang="en-US"/>
        </a:p>
      </dgm:t>
    </dgm:pt>
    <dgm:pt modelId="{6C8937BE-93F8-4DED-8538-1C601DAEBA66}">
      <dgm:prSet custT="1"/>
      <dgm:spPr/>
      <dgm:t>
        <a:bodyPr rtlCol="0"/>
        <a:lstStyle/>
        <a:p>
          <a:pPr rtl="0"/>
          <a:r>
            <a:rPr lang="fr" sz="3200" dirty="0"/>
            <a:t>Fonctionnalité</a:t>
          </a:r>
        </a:p>
      </dgm:t>
    </dgm:pt>
    <dgm:pt modelId="{77D169C6-D77F-456D-B18B-D7BE016AD87A}" type="parTrans" cxnId="{FAA8D3DD-12E8-457D-9144-B037C5678347}">
      <dgm:prSet/>
      <dgm:spPr/>
      <dgm:t>
        <a:bodyPr rtlCol="0"/>
        <a:lstStyle/>
        <a:p>
          <a:pPr rtl="0"/>
          <a:endParaRPr lang="en-US"/>
        </a:p>
      </dgm:t>
    </dgm:pt>
    <dgm:pt modelId="{A97BE953-FA9D-4BA6-A92C-494DB1F3BA59}" type="sibTrans" cxnId="{FAA8D3DD-12E8-457D-9144-B037C5678347}">
      <dgm:prSet/>
      <dgm:spPr/>
      <dgm:t>
        <a:bodyPr rtlCol="0"/>
        <a:lstStyle/>
        <a:p>
          <a:pPr rtl="0"/>
          <a:endParaRPr lang="en-US"/>
        </a:p>
      </dgm:t>
    </dgm:pt>
    <dgm:pt modelId="{0F1605B7-19A0-4E5D-AC7F-7F57C2A22A63}">
      <dgm:prSet/>
      <dgm:spPr/>
      <dgm:t>
        <a:bodyPr/>
        <a:lstStyle/>
        <a:p>
          <a:r>
            <a:rPr lang="fr-FR" dirty="0"/>
            <a:t>Conclusion</a:t>
          </a:r>
        </a:p>
      </dgm:t>
    </dgm:pt>
    <dgm:pt modelId="{28FD2079-4FB0-4975-869C-33BD58B00768}" type="parTrans" cxnId="{4FB15904-0AC3-4397-A20E-850EB65C2491}">
      <dgm:prSet/>
      <dgm:spPr/>
      <dgm:t>
        <a:bodyPr/>
        <a:lstStyle/>
        <a:p>
          <a:endParaRPr lang="fr-FR"/>
        </a:p>
      </dgm:t>
    </dgm:pt>
    <dgm:pt modelId="{2DDE99C2-180F-4660-8992-18C17E38E967}" type="sibTrans" cxnId="{4FB15904-0AC3-4397-A20E-850EB65C2491}">
      <dgm:prSet/>
      <dgm:spPr/>
      <dgm:t>
        <a:bodyPr/>
        <a:lstStyle/>
        <a:p>
          <a:endParaRPr lang="fr-FR"/>
        </a:p>
      </dgm:t>
    </dgm:pt>
    <dgm:pt modelId="{A1CC27E7-9980-4C6C-8EB6-0D4F9E25C59A}">
      <dgm:prSet/>
      <dgm:spPr/>
      <dgm:t>
        <a:bodyPr/>
        <a:lstStyle/>
        <a:p>
          <a:r>
            <a:rPr lang="fr-FR" dirty="0"/>
            <a:t>4</a:t>
          </a:r>
        </a:p>
      </dgm:t>
    </dgm:pt>
    <dgm:pt modelId="{CBFC5597-4EBB-4977-86F3-7167DC7C02A3}" type="parTrans" cxnId="{3D266314-599E-4A18-B847-36CB241AED4E}">
      <dgm:prSet/>
      <dgm:spPr/>
      <dgm:t>
        <a:bodyPr/>
        <a:lstStyle/>
        <a:p>
          <a:endParaRPr lang="fr-FR"/>
        </a:p>
      </dgm:t>
    </dgm:pt>
    <dgm:pt modelId="{64FA1B0E-464D-40B4-811B-BDB9B06C2AA3}" type="sibTrans" cxnId="{3D266314-599E-4A18-B847-36CB241AED4E}">
      <dgm:prSet/>
      <dgm:spPr/>
      <dgm:t>
        <a:bodyPr/>
        <a:lstStyle/>
        <a:p>
          <a:endParaRPr lang="fr-FR"/>
        </a:p>
      </dgm:t>
    </dgm:pt>
    <dgm:pt modelId="{3FFA6BB7-9377-49C8-A05B-89B793D1E4F0}" type="pres">
      <dgm:prSet presAssocID="{6A70FD8F-0050-42E3-8B3A-6ED7CFB9852E}" presName="Name0" presStyleCnt="0">
        <dgm:presLayoutVars>
          <dgm:dir/>
          <dgm:animLvl val="lvl"/>
          <dgm:resizeHandles val="exact"/>
        </dgm:presLayoutVars>
      </dgm:prSet>
      <dgm:spPr/>
    </dgm:pt>
    <dgm:pt modelId="{1B4F03B0-5056-4F5B-9CD2-73B969D41B06}" type="pres">
      <dgm:prSet presAssocID="{8DB5D7D5-6A1C-4ABC-8850-759A9D876047}" presName="composite" presStyleCnt="0"/>
      <dgm:spPr/>
    </dgm:pt>
    <dgm:pt modelId="{D6468690-7D3F-4EB4-8C38-B83DFD0AB297}" type="pres">
      <dgm:prSet presAssocID="{8DB5D7D5-6A1C-4ABC-8850-759A9D876047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F67F27F-3AAB-4786-8FEC-0CEA870047BF}" type="pres">
      <dgm:prSet presAssocID="{8DB5D7D5-6A1C-4ABC-8850-759A9D876047}" presName="desTx" presStyleLbl="revTx" presStyleIdx="0" presStyleCnt="4">
        <dgm:presLayoutVars>
          <dgm:bulletEnabled val="1"/>
        </dgm:presLayoutVars>
      </dgm:prSet>
      <dgm:spPr/>
    </dgm:pt>
    <dgm:pt modelId="{17AED1BA-082A-47D7-BC10-FE38E878897B}" type="pres">
      <dgm:prSet presAssocID="{BD6E0A2E-99C8-4F5A-971A-CD211D1099FF}" presName="space" presStyleCnt="0"/>
      <dgm:spPr/>
    </dgm:pt>
    <dgm:pt modelId="{2E58F711-3FC8-4893-8A66-9DA33A8676AD}" type="pres">
      <dgm:prSet presAssocID="{C5146535-FD3D-4589-98A3-623B8DA4B8DB}" presName="composite" presStyleCnt="0"/>
      <dgm:spPr/>
    </dgm:pt>
    <dgm:pt modelId="{8688FFD0-B25F-49DB-8DE0-C9407109BD80}" type="pres">
      <dgm:prSet presAssocID="{C5146535-FD3D-4589-98A3-623B8DA4B8DB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1B04E4-ED1B-4C97-AEFF-552C5D0EB84D}" type="pres">
      <dgm:prSet presAssocID="{C5146535-FD3D-4589-98A3-623B8DA4B8DB}" presName="desTx" presStyleLbl="revTx" presStyleIdx="1" presStyleCnt="4">
        <dgm:presLayoutVars>
          <dgm:bulletEnabled val="1"/>
        </dgm:presLayoutVars>
      </dgm:prSet>
      <dgm:spPr/>
    </dgm:pt>
    <dgm:pt modelId="{B10DD046-246E-4B6E-A6E3-7950F6589623}" type="pres">
      <dgm:prSet presAssocID="{7A3CCAF8-AC3A-401E-AEDD-44BBC1AA9C31}" presName="space" presStyleCnt="0"/>
      <dgm:spPr/>
    </dgm:pt>
    <dgm:pt modelId="{001BBCC3-B559-414D-B55D-36A4F3B207CB}" type="pres">
      <dgm:prSet presAssocID="{09C152DA-7620-4852-8162-A77EC3609F3F}" presName="composite" presStyleCnt="0"/>
      <dgm:spPr/>
    </dgm:pt>
    <dgm:pt modelId="{99C9F9D5-1AAB-4B5A-8AE5-04CF55FE48D4}" type="pres">
      <dgm:prSet presAssocID="{09C152DA-7620-4852-8162-A77EC3609F3F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F56860B-0ED7-4D51-A68E-1FBC01726365}" type="pres">
      <dgm:prSet presAssocID="{09C152DA-7620-4852-8162-A77EC3609F3F}" presName="desTx" presStyleLbl="revTx" presStyleIdx="2" presStyleCnt="4">
        <dgm:presLayoutVars>
          <dgm:bulletEnabled val="1"/>
        </dgm:presLayoutVars>
      </dgm:prSet>
      <dgm:spPr/>
    </dgm:pt>
    <dgm:pt modelId="{F9214EE6-8E22-4B55-84D8-465764250727}" type="pres">
      <dgm:prSet presAssocID="{0AE8D36D-0F0F-4206-AE39-0A2D73987B68}" presName="space" presStyleCnt="0"/>
      <dgm:spPr/>
    </dgm:pt>
    <dgm:pt modelId="{C3890DA9-DF5A-47EC-B265-545B28B6F070}" type="pres">
      <dgm:prSet presAssocID="{A1CC27E7-9980-4C6C-8EB6-0D4F9E25C59A}" presName="composite" presStyleCnt="0"/>
      <dgm:spPr/>
    </dgm:pt>
    <dgm:pt modelId="{32C41669-4058-4898-97AD-C93C40C48D2A}" type="pres">
      <dgm:prSet presAssocID="{A1CC27E7-9980-4C6C-8EB6-0D4F9E25C59A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38859ECF-713D-4C0C-ACFB-14E1BE5A0B62}" type="pres">
      <dgm:prSet presAssocID="{A1CC27E7-9980-4C6C-8EB6-0D4F9E25C59A}" presName="desTx" presStyleLbl="revTx" presStyleIdx="3" presStyleCnt="4">
        <dgm:presLayoutVars>
          <dgm:bulletEnabled val="1"/>
        </dgm:presLayoutVars>
      </dgm:prSet>
      <dgm:spPr/>
    </dgm:pt>
  </dgm:ptLst>
  <dgm:cxnLst>
    <dgm:cxn modelId="{4FB15904-0AC3-4397-A20E-850EB65C2491}" srcId="{A1CC27E7-9980-4C6C-8EB6-0D4F9E25C59A}" destId="{0F1605B7-19A0-4E5D-AC7F-7F57C2A22A63}" srcOrd="0" destOrd="0" parTransId="{28FD2079-4FB0-4975-869C-33BD58B00768}" sibTransId="{2DDE99C2-180F-4660-8992-18C17E38E967}"/>
    <dgm:cxn modelId="{8C5B110A-FBC3-4CBF-BED2-413E87D4DAD5}" srcId="{8DB5D7D5-6A1C-4ABC-8850-759A9D876047}" destId="{96262926-A67D-4E4E-9515-5EBC67F0B634}" srcOrd="0" destOrd="0" parTransId="{EC74E552-C501-4B0E-9400-E8B410F53D50}" sibTransId="{1DA7ACEB-F642-43C1-BCB5-F580B9B985B9}"/>
    <dgm:cxn modelId="{3D266314-599E-4A18-B847-36CB241AED4E}" srcId="{6A70FD8F-0050-42E3-8B3A-6ED7CFB9852E}" destId="{A1CC27E7-9980-4C6C-8EB6-0D4F9E25C59A}" srcOrd="3" destOrd="0" parTransId="{CBFC5597-4EBB-4977-86F3-7167DC7C02A3}" sibTransId="{64FA1B0E-464D-40B4-811B-BDB9B06C2AA3}"/>
    <dgm:cxn modelId="{B712FE17-73D7-465A-AAAD-CDAB94B38500}" type="presOf" srcId="{8DB5D7D5-6A1C-4ABC-8850-759A9D876047}" destId="{D6468690-7D3F-4EB4-8C38-B83DFD0AB297}" srcOrd="0" destOrd="0" presId="urn:microsoft.com/office/officeart/2005/8/layout/chevron1"/>
    <dgm:cxn modelId="{72970D26-50FC-4CBD-AE00-2AC9CDF73C8E}" type="presOf" srcId="{C5146535-FD3D-4589-98A3-623B8DA4B8DB}" destId="{8688FFD0-B25F-49DB-8DE0-C9407109BD80}" srcOrd="0" destOrd="0" presId="urn:microsoft.com/office/officeart/2005/8/layout/chevron1"/>
    <dgm:cxn modelId="{632A4228-CA06-45A0-876D-CE939E49FE10}" type="presOf" srcId="{0F1605B7-19A0-4E5D-AC7F-7F57C2A22A63}" destId="{38859ECF-713D-4C0C-ACFB-14E1BE5A0B62}" srcOrd="0" destOrd="0" presId="urn:microsoft.com/office/officeart/2005/8/layout/chevron1"/>
    <dgm:cxn modelId="{75986D4B-0A62-4133-9735-1BF466714852}" type="presOf" srcId="{A1CC27E7-9980-4C6C-8EB6-0D4F9E25C59A}" destId="{32C41669-4058-4898-97AD-C93C40C48D2A}" srcOrd="0" destOrd="0" presId="urn:microsoft.com/office/officeart/2005/8/layout/chevron1"/>
    <dgm:cxn modelId="{D449924D-9C9E-43A1-84A0-F8E9A8F73E52}" type="presOf" srcId="{09C152DA-7620-4852-8162-A77EC3609F3F}" destId="{99C9F9D5-1AAB-4B5A-8AE5-04CF55FE48D4}" srcOrd="0" destOrd="0" presId="urn:microsoft.com/office/officeart/2005/8/layout/chevron1"/>
    <dgm:cxn modelId="{B147986D-15FE-4235-8ACD-C7EB9A373078}" type="presOf" srcId="{6C8937BE-93F8-4DED-8538-1C601DAEBA66}" destId="{5F56860B-0ED7-4D51-A68E-1FBC01726365}" srcOrd="0" destOrd="0" presId="urn:microsoft.com/office/officeart/2005/8/layout/chevron1"/>
    <dgm:cxn modelId="{B8F77C72-7DD6-49FF-AEB2-6FC81613879A}" type="presOf" srcId="{96262926-A67D-4E4E-9515-5EBC67F0B634}" destId="{4F67F27F-3AAB-4786-8FEC-0CEA870047BF}" srcOrd="0" destOrd="0" presId="urn:microsoft.com/office/officeart/2005/8/layout/chevron1"/>
    <dgm:cxn modelId="{8EBF857E-7408-4941-91E4-293B0F59EEF7}" srcId="{6A70FD8F-0050-42E3-8B3A-6ED7CFB9852E}" destId="{C5146535-FD3D-4589-98A3-623B8DA4B8DB}" srcOrd="1" destOrd="0" parTransId="{20848F78-EC70-4162-96CE-CC68006930F0}" sibTransId="{7A3CCAF8-AC3A-401E-AEDD-44BBC1AA9C31}"/>
    <dgm:cxn modelId="{23ECAC8B-17A4-4883-AA0E-06D66B7E788A}" srcId="{6A70FD8F-0050-42E3-8B3A-6ED7CFB9852E}" destId="{09C152DA-7620-4852-8162-A77EC3609F3F}" srcOrd="2" destOrd="0" parTransId="{9F6D14C0-6C82-4CBD-8D6D-B0E117B6F2ED}" sibTransId="{0AE8D36D-0F0F-4206-AE39-0A2D73987B68}"/>
    <dgm:cxn modelId="{8535329A-A5AA-4032-BE1C-130BD84DE896}" type="presOf" srcId="{6A70FD8F-0050-42E3-8B3A-6ED7CFB9852E}" destId="{3FFA6BB7-9377-49C8-A05B-89B793D1E4F0}" srcOrd="0" destOrd="0" presId="urn:microsoft.com/office/officeart/2005/8/layout/chevron1"/>
    <dgm:cxn modelId="{EF6349BF-BEAC-48F4-8C40-88AD8A74FFE8}" type="presOf" srcId="{E80CA270-6C90-4E17-ACEA-46B56AD54DD1}" destId="{5D1B04E4-ED1B-4C97-AEFF-552C5D0EB84D}" srcOrd="0" destOrd="0" presId="urn:microsoft.com/office/officeart/2005/8/layout/chevron1"/>
    <dgm:cxn modelId="{FAA8D3DD-12E8-457D-9144-B037C5678347}" srcId="{09C152DA-7620-4852-8162-A77EC3609F3F}" destId="{6C8937BE-93F8-4DED-8538-1C601DAEBA66}" srcOrd="0" destOrd="0" parTransId="{77D169C6-D77F-456D-B18B-D7BE016AD87A}" sibTransId="{A97BE953-FA9D-4BA6-A92C-494DB1F3BA59}"/>
    <dgm:cxn modelId="{C5202EE1-10E9-4076-9D55-9E0CF8B152AF}" srcId="{6A70FD8F-0050-42E3-8B3A-6ED7CFB9852E}" destId="{8DB5D7D5-6A1C-4ABC-8850-759A9D876047}" srcOrd="0" destOrd="0" parTransId="{D8874F40-D7B0-41DE-BB6F-A6014FEAB2D7}" sibTransId="{BD6E0A2E-99C8-4F5A-971A-CD211D1099FF}"/>
    <dgm:cxn modelId="{2DC28DF8-5C1B-4F53-A4C1-D5B63FB54BAF}" srcId="{C5146535-FD3D-4589-98A3-623B8DA4B8DB}" destId="{E80CA270-6C90-4E17-ACEA-46B56AD54DD1}" srcOrd="0" destOrd="0" parTransId="{7EEC8067-96EF-4BE0-8BE3-BA59ED78A31F}" sibTransId="{1AFE46E5-6B07-4894-8ECB-21BD7E7B8AF1}"/>
    <dgm:cxn modelId="{18770301-BD19-40A8-9F1C-0131D91FEFF5}" type="presParOf" srcId="{3FFA6BB7-9377-49C8-A05B-89B793D1E4F0}" destId="{1B4F03B0-5056-4F5B-9CD2-73B969D41B06}" srcOrd="0" destOrd="0" presId="urn:microsoft.com/office/officeart/2005/8/layout/chevron1"/>
    <dgm:cxn modelId="{2778C6EB-A478-4D72-BBA9-218633F98205}" type="presParOf" srcId="{1B4F03B0-5056-4F5B-9CD2-73B969D41B06}" destId="{D6468690-7D3F-4EB4-8C38-B83DFD0AB297}" srcOrd="0" destOrd="0" presId="urn:microsoft.com/office/officeart/2005/8/layout/chevron1"/>
    <dgm:cxn modelId="{D18D6075-6E93-4929-A606-CE0602CF6A68}" type="presParOf" srcId="{1B4F03B0-5056-4F5B-9CD2-73B969D41B06}" destId="{4F67F27F-3AAB-4786-8FEC-0CEA870047BF}" srcOrd="1" destOrd="0" presId="urn:microsoft.com/office/officeart/2005/8/layout/chevron1"/>
    <dgm:cxn modelId="{C76CC419-9884-4E14-8B24-B99536DF6AE6}" type="presParOf" srcId="{3FFA6BB7-9377-49C8-A05B-89B793D1E4F0}" destId="{17AED1BA-082A-47D7-BC10-FE38E878897B}" srcOrd="1" destOrd="0" presId="urn:microsoft.com/office/officeart/2005/8/layout/chevron1"/>
    <dgm:cxn modelId="{5BFC9FE9-55B3-4ACC-830A-904DAED6E6E0}" type="presParOf" srcId="{3FFA6BB7-9377-49C8-A05B-89B793D1E4F0}" destId="{2E58F711-3FC8-4893-8A66-9DA33A8676AD}" srcOrd="2" destOrd="0" presId="urn:microsoft.com/office/officeart/2005/8/layout/chevron1"/>
    <dgm:cxn modelId="{DD486F44-F609-47E5-830F-A2308624C34A}" type="presParOf" srcId="{2E58F711-3FC8-4893-8A66-9DA33A8676AD}" destId="{8688FFD0-B25F-49DB-8DE0-C9407109BD80}" srcOrd="0" destOrd="0" presId="urn:microsoft.com/office/officeart/2005/8/layout/chevron1"/>
    <dgm:cxn modelId="{7C70AE89-AC6B-437F-AECB-09054C6F6009}" type="presParOf" srcId="{2E58F711-3FC8-4893-8A66-9DA33A8676AD}" destId="{5D1B04E4-ED1B-4C97-AEFF-552C5D0EB84D}" srcOrd="1" destOrd="0" presId="urn:microsoft.com/office/officeart/2005/8/layout/chevron1"/>
    <dgm:cxn modelId="{6D735D79-53BE-4C24-AAE3-7512789C7D69}" type="presParOf" srcId="{3FFA6BB7-9377-49C8-A05B-89B793D1E4F0}" destId="{B10DD046-246E-4B6E-A6E3-7950F6589623}" srcOrd="3" destOrd="0" presId="urn:microsoft.com/office/officeart/2005/8/layout/chevron1"/>
    <dgm:cxn modelId="{3852368B-83D0-480B-AA07-497DA047477A}" type="presParOf" srcId="{3FFA6BB7-9377-49C8-A05B-89B793D1E4F0}" destId="{001BBCC3-B559-414D-B55D-36A4F3B207CB}" srcOrd="4" destOrd="0" presId="urn:microsoft.com/office/officeart/2005/8/layout/chevron1"/>
    <dgm:cxn modelId="{1820C151-0E8A-4C4F-B0D6-24FDABFA32AC}" type="presParOf" srcId="{001BBCC3-B559-414D-B55D-36A4F3B207CB}" destId="{99C9F9D5-1AAB-4B5A-8AE5-04CF55FE48D4}" srcOrd="0" destOrd="0" presId="urn:microsoft.com/office/officeart/2005/8/layout/chevron1"/>
    <dgm:cxn modelId="{040136B8-A29F-410A-B8CD-91FAE17C0E05}" type="presParOf" srcId="{001BBCC3-B559-414D-B55D-36A4F3B207CB}" destId="{5F56860B-0ED7-4D51-A68E-1FBC01726365}" srcOrd="1" destOrd="0" presId="urn:microsoft.com/office/officeart/2005/8/layout/chevron1"/>
    <dgm:cxn modelId="{8B5882EF-18A6-4ADA-AC06-945EAAA177A9}" type="presParOf" srcId="{3FFA6BB7-9377-49C8-A05B-89B793D1E4F0}" destId="{F9214EE6-8E22-4B55-84D8-465764250727}" srcOrd="5" destOrd="0" presId="urn:microsoft.com/office/officeart/2005/8/layout/chevron1"/>
    <dgm:cxn modelId="{8E226B1B-B403-4B0D-93B9-CDADCD19BEFD}" type="presParOf" srcId="{3FFA6BB7-9377-49C8-A05B-89B793D1E4F0}" destId="{C3890DA9-DF5A-47EC-B265-545B28B6F070}" srcOrd="6" destOrd="0" presId="urn:microsoft.com/office/officeart/2005/8/layout/chevron1"/>
    <dgm:cxn modelId="{8567EEF3-FEF1-400D-A7F5-9E98718DC46F}" type="presParOf" srcId="{C3890DA9-DF5A-47EC-B265-545B28B6F070}" destId="{32C41669-4058-4898-97AD-C93C40C48D2A}" srcOrd="0" destOrd="0" presId="urn:microsoft.com/office/officeart/2005/8/layout/chevron1"/>
    <dgm:cxn modelId="{15E7012B-2CAD-4E3B-B9E4-95DEC8E359E2}" type="presParOf" srcId="{C3890DA9-DF5A-47EC-B265-545B28B6F070}" destId="{38859ECF-713D-4C0C-ACFB-14E1BE5A0B62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68690-7D3F-4EB4-8C38-B83DFD0AB297}">
      <dsp:nvSpPr>
        <dsp:cNvPr id="0" name=""/>
        <dsp:cNvSpPr/>
      </dsp:nvSpPr>
      <dsp:spPr>
        <a:xfrm>
          <a:off x="856" y="854177"/>
          <a:ext cx="2919059" cy="116762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shade val="80000"/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rtlCol="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3400" kern="1200" dirty="0"/>
            <a:t>1</a:t>
          </a:r>
        </a:p>
      </dsp:txBody>
      <dsp:txXfrm>
        <a:off x="584668" y="854177"/>
        <a:ext cx="1751436" cy="1167623"/>
      </dsp:txXfrm>
    </dsp:sp>
    <dsp:sp modelId="{4F67F27F-3AAB-4786-8FEC-0CEA870047BF}">
      <dsp:nvSpPr>
        <dsp:cNvPr id="0" name=""/>
        <dsp:cNvSpPr/>
      </dsp:nvSpPr>
      <dsp:spPr>
        <a:xfrm>
          <a:off x="856" y="2167754"/>
          <a:ext cx="2335247" cy="61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" sz="2800" kern="1200" dirty="0"/>
            <a:t>Introduction</a:t>
          </a:r>
        </a:p>
      </dsp:txBody>
      <dsp:txXfrm>
        <a:off x="856" y="2167754"/>
        <a:ext cx="2335247" cy="612000"/>
      </dsp:txXfrm>
    </dsp:sp>
    <dsp:sp modelId="{8688FFD0-B25F-49DB-8DE0-C9407109BD80}">
      <dsp:nvSpPr>
        <dsp:cNvPr id="0" name=""/>
        <dsp:cNvSpPr/>
      </dsp:nvSpPr>
      <dsp:spPr>
        <a:xfrm>
          <a:off x="2703915" y="854177"/>
          <a:ext cx="2919059" cy="116762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148730"/>
                <a:satOff val="-3019"/>
                <a:lumOff val="10226"/>
                <a:alphaOff val="0"/>
                <a:tint val="98000"/>
                <a:lumMod val="110000"/>
              </a:schemeClr>
            </a:gs>
            <a:gs pos="84000">
              <a:schemeClr val="accent1">
                <a:shade val="80000"/>
                <a:hueOff val="148730"/>
                <a:satOff val="-3019"/>
                <a:lumOff val="1022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rtlCol="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3400" kern="1200" dirty="0"/>
            <a:t>2</a:t>
          </a:r>
        </a:p>
      </dsp:txBody>
      <dsp:txXfrm>
        <a:off x="3287727" y="854177"/>
        <a:ext cx="1751436" cy="1167623"/>
      </dsp:txXfrm>
    </dsp:sp>
    <dsp:sp modelId="{5D1B04E4-ED1B-4C97-AEFF-552C5D0EB84D}">
      <dsp:nvSpPr>
        <dsp:cNvPr id="0" name=""/>
        <dsp:cNvSpPr/>
      </dsp:nvSpPr>
      <dsp:spPr>
        <a:xfrm>
          <a:off x="2703915" y="2167754"/>
          <a:ext cx="2335247" cy="61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" sz="4000" kern="1200" dirty="0"/>
            <a:t>Outils</a:t>
          </a:r>
        </a:p>
      </dsp:txBody>
      <dsp:txXfrm>
        <a:off x="2703915" y="2167754"/>
        <a:ext cx="2335247" cy="612000"/>
      </dsp:txXfrm>
    </dsp:sp>
    <dsp:sp modelId="{99C9F9D5-1AAB-4B5A-8AE5-04CF55FE48D4}">
      <dsp:nvSpPr>
        <dsp:cNvPr id="0" name=""/>
        <dsp:cNvSpPr/>
      </dsp:nvSpPr>
      <dsp:spPr>
        <a:xfrm>
          <a:off x="5406975" y="854177"/>
          <a:ext cx="2919059" cy="116762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297461"/>
                <a:satOff val="-6039"/>
                <a:lumOff val="20451"/>
                <a:alphaOff val="0"/>
                <a:tint val="98000"/>
                <a:lumMod val="110000"/>
              </a:schemeClr>
            </a:gs>
            <a:gs pos="84000">
              <a:schemeClr val="accent1">
                <a:shade val="80000"/>
                <a:hueOff val="297461"/>
                <a:satOff val="-6039"/>
                <a:lumOff val="20451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rtlCol="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3400" kern="1200" dirty="0"/>
            <a:t>3</a:t>
          </a:r>
        </a:p>
      </dsp:txBody>
      <dsp:txXfrm>
        <a:off x="5990787" y="854177"/>
        <a:ext cx="1751436" cy="1167623"/>
      </dsp:txXfrm>
    </dsp:sp>
    <dsp:sp modelId="{5F56860B-0ED7-4D51-A68E-1FBC01726365}">
      <dsp:nvSpPr>
        <dsp:cNvPr id="0" name=""/>
        <dsp:cNvSpPr/>
      </dsp:nvSpPr>
      <dsp:spPr>
        <a:xfrm>
          <a:off x="5406975" y="2167754"/>
          <a:ext cx="2335247" cy="61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285750" lvl="1" indent="-285750" algn="l" defTabSz="1422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" sz="3200" kern="1200" dirty="0"/>
            <a:t>Fonctionnalité</a:t>
          </a:r>
        </a:p>
      </dsp:txBody>
      <dsp:txXfrm>
        <a:off x="5406975" y="2167754"/>
        <a:ext cx="2335247" cy="612000"/>
      </dsp:txXfrm>
    </dsp:sp>
    <dsp:sp modelId="{32C41669-4058-4898-97AD-C93C40C48D2A}">
      <dsp:nvSpPr>
        <dsp:cNvPr id="0" name=""/>
        <dsp:cNvSpPr/>
      </dsp:nvSpPr>
      <dsp:spPr>
        <a:xfrm>
          <a:off x="8110034" y="854177"/>
          <a:ext cx="2919059" cy="116762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446191"/>
                <a:satOff val="-9058"/>
                <a:lumOff val="30677"/>
                <a:alphaOff val="0"/>
                <a:tint val="98000"/>
                <a:lumMod val="110000"/>
              </a:schemeClr>
            </a:gs>
            <a:gs pos="84000">
              <a:schemeClr val="accent1">
                <a:shade val="80000"/>
                <a:hueOff val="446191"/>
                <a:satOff val="-9058"/>
                <a:lumOff val="3067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4</a:t>
          </a:r>
        </a:p>
      </dsp:txBody>
      <dsp:txXfrm>
        <a:off x="8693846" y="854177"/>
        <a:ext cx="1751436" cy="1167623"/>
      </dsp:txXfrm>
    </dsp:sp>
    <dsp:sp modelId="{38859ECF-713D-4C0C-ACFB-14E1BE5A0B62}">
      <dsp:nvSpPr>
        <dsp:cNvPr id="0" name=""/>
        <dsp:cNvSpPr/>
      </dsp:nvSpPr>
      <dsp:spPr>
        <a:xfrm>
          <a:off x="8110034" y="2167754"/>
          <a:ext cx="2335247" cy="61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400" kern="1200" dirty="0"/>
            <a:t>Conclusion</a:t>
          </a:r>
        </a:p>
      </dsp:txBody>
      <dsp:txXfrm>
        <a:off x="8110034" y="2167754"/>
        <a:ext cx="2335247" cy="612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446400" y="3085920"/>
            <a:ext cx="11298600" cy="333792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81040" y="1020600"/>
            <a:ext cx="10993320" cy="14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36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1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91E1A3-D441-42AB-B6B2-9D6ACFCF41D8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éditer le format du plan de texte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Second niveau de plan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 de plan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 de plan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 de plan</a:t>
            </a:r>
            <a:endParaRPr lang="fr-FR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Sixième niveau de plan</a:t>
            </a:r>
            <a:endParaRPr lang="fr-FR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Septième niveau de plan</a:t>
            </a:r>
            <a:endParaRPr lang="fr-FR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8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81040" y="2336040"/>
            <a:ext cx="11029320" cy="365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4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5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6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7954CF-BA30-4C0E-94B8-FB845B0D9C84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 hidden="1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Rectangle 9" hidden="1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Rectangle 10" hidden="1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8058240" y="599760"/>
            <a:ext cx="3687120" cy="581652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204040" y="863640"/>
            <a:ext cx="3123720" cy="48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800" b="0" u="none" strike="noStrike" cap="all">
                <a:solidFill>
                  <a:srgbClr val="ffffff"/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75080" y="863640"/>
            <a:ext cx="7161120" cy="480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 8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Rectangle 9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08507E-7B42-4D30-986E-98FB421AE547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18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8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81040" y="2340720"/>
            <a:ext cx="11029320" cy="36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D2BCBF-7DAD-4494-9EDB-D8983675966A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-tête de 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Rectangle 7"/>
          <p:cNvSpPr/>
          <p:nvPr/>
        </p:nvSpPr>
        <p:spPr>
          <a:xfrm>
            <a:off x="447840" y="5141880"/>
            <a:ext cx="11290680" cy="125856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81040" y="2394000"/>
            <a:ext cx="11029320" cy="21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36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81040" y="4541400"/>
            <a:ext cx="11029320" cy="60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-FR" sz="1800" b="0" u="none" strike="noStrike" cap="all">
                <a:solidFill>
                  <a:schemeClr val="accent1"/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3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14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5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B3BE1B-414A-4447-82D4-B91BCEF9F91A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8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81040" y="2228040"/>
            <a:ext cx="5194440" cy="363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415920" y="2228040"/>
            <a:ext cx="5194440" cy="363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16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17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18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0F8A5E-7E13-4356-BC5A-8DAE2436A542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8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81040" y="2250720"/>
            <a:ext cx="519444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81040" y="2926080"/>
            <a:ext cx="5194440" cy="29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415920" y="2250720"/>
            <a:ext cx="5194440" cy="55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415920" y="2926080"/>
            <a:ext cx="5194440" cy="29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06000" indent="-306000" defTabSz="457200">
              <a:lnSpc>
                <a:spcPct val="110000"/>
              </a:lnSpc>
              <a:spcBef>
                <a:spcPts val="34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7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7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3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19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0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1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E2E3C9-3A0E-4A4F-B43C-0D272006AAC4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uniqu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7600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8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22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23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24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D4D12-A992-43A4-8400-56A29F87D45D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dt" idx="25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ftr" idx="26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27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344112-000A-4868-AE54-86B6E42A9526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447840" y="601200"/>
            <a:ext cx="3682440" cy="58150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67880" y="933480"/>
            <a:ext cx="3031560" cy="17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400" b="0" u="none" strike="noStrike" cap="all">
                <a:solidFill>
                  <a:srgbClr val="ffffff"/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901040" y="1179720"/>
            <a:ext cx="6650640" cy="465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306000" indent="-306000" defTabSz="457200">
              <a:lnSpc>
                <a:spcPct val="110000"/>
              </a:lnSpc>
              <a:spcBef>
                <a:spcPts val="40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8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Deuxième niveau</a:t>
            </a:r>
            <a:endParaRPr lang="fr-FR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900000" lvl="2" indent="-270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Troisième niveau</a:t>
            </a:r>
            <a:endParaRPr lang="fr-FR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242000" lvl="3" indent="-234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Quatrième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  <a:p>
            <a:pPr marL="1602000" lvl="4" indent="-23400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1cade4"/>
              </a:buClr>
              <a:buSzPct val="92000"/>
              <a:buFont typeface="Wingdings 2" charset="2"/>
              <a:buChar char=""/>
            </a:pPr>
            <a:r>
              <a:rPr lang="fr-FR" sz="14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Cinquième niveau</a:t>
            </a:r>
            <a:endParaRPr lang="fr-FR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767880" y="2836800"/>
            <a:ext cx="3031560" cy="300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-FR" sz="1600" b="0" u="none" strike="noStrike">
                <a:solidFill>
                  <a:srgbClr val="ffffff"/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28"/>
          </p:nvPr>
        </p:nvSpPr>
        <p:spPr>
          <a:xfrm>
            <a:off x="7606080" y="64569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ftr" idx="29"/>
          </p:nvPr>
        </p:nvSpPr>
        <p:spPr>
          <a:xfrm>
            <a:off x="581040" y="64526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sldNum" idx="30"/>
          </p:nvPr>
        </p:nvSpPr>
        <p:spPr>
          <a:xfrm>
            <a:off x="10558440" y="645696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449AD-A934-431D-BF86-CF8675608DBD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81040" y="4693320"/>
            <a:ext cx="1102932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-FR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Modifiez le style du titre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47840" y="641520"/>
            <a:ext cx="11290320" cy="365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Cliquez sur l'icône pour ajouter une image</a:t>
            </a:r>
            <a:endParaRPr lang="fr-FR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581040" y="5259960"/>
            <a:ext cx="11029320" cy="99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-FR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Cliquez pour modifier les styles du texte du masque</a:t>
            </a:r>
            <a:endParaRPr lang="fr-FR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31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&lt;date/heure&gt;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ftr" idx="32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&lt;pied de page&gt;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sldNum" idx="33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84BE18-4389-46B8-90B7-D504ECE5E84C}" type="slidenum">
              <a:rPr lang="en-US" sz="9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jpeg"/><Relationship Id="rId10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81040" y="1020600"/>
            <a:ext cx="10993320" cy="14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fr" sz="36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Thème: Developpement d’un blog personnel.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581040" y="2495520"/>
            <a:ext cx="10993320" cy="46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" sz="1600" b="0" u="none" strike="noStrike" cap="all">
                <a:solidFill>
                  <a:schemeClr val="accent1"/>
                </a:solidFill>
                <a:effectLst/>
                <a:uFillTx/>
                <a:latin typeface="Franklin Gothic Book"/>
              </a:rPr>
              <a:t>Etudiant: Ouedraogo Albert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rgbClr val="465359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rgbClr val="969fa7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5" descr="Zoom sur un logo&#10;&#10;Description générée automatiquement"/>
          <p:cNvPicPr/>
          <p:nvPr/>
        </p:nvPicPr>
        <p:blipFill>
          <a:blip r:embed="rId1"/>
          <a:stretch/>
        </p:blipFill>
        <p:spPr>
          <a:xfrm>
            <a:off x="448560" y="3081960"/>
            <a:ext cx="11260440" cy="331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3"/>
          <p:cNvSpPr>
            <a:spLocks noGrp="1"/>
          </p:cNvSpPr>
          <p:nvPr>
            <p:ph type="dt" idx="34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10/02/2026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35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20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20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Informatique L3 à l'UTS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36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4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BDA7C2-4841-4BBD-9D6B-B1694543F20D}" type="slidenum">
              <a:rPr lang="en-US" sz="4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1</a:t>
            </a:fld>
            <a:endParaRPr lang="fr-FR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18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fr" sz="80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Plan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graphicFrame>
        <p:nvGraphicFramePr>
          <p:cNvPr id="111" name="Diagram1"/>
          <p:cNvGraphicFramePr/>
          <p:nvPr>
            <p:extLst>
              <p:ext uri="{D42A27DB-BD31-4B8C-83A1-F6EECF244321}">
                <p14:modId xmlns:p14="http://schemas.microsoft.com/office/powerpoint/2010/main" val="3883688783"/>
              </p:ext>
            </p:extLst>
          </p:nvPr>
        </p:nvGraphicFramePr>
        <p:xfrm>
          <a:off x="581040" y="2341440"/>
          <a:ext cx="11029680" cy="363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12" name="PlaceHolder 2"/>
          <p:cNvSpPr>
            <a:spLocks noGrp="1"/>
          </p:cNvSpPr>
          <p:nvPr>
            <p:ph type="dt" idx="37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10/02/2026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38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Informatique L3 à l'UTS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sldNum" idx="39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42F7D6-26F1-4CB8-9C8B-4A84AFDDC76D}" type="slidenum"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2</a:t>
            </a:fld>
            <a:endParaRPr lang="fr-FR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18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fr-FR" sz="72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Introduction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81040" y="2340720"/>
            <a:ext cx="11029320" cy="36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457200">
              <a:lnSpc>
                <a:spcPct val="110000"/>
              </a:lnSpc>
              <a:spcBef>
                <a:spcPts val="7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-FR" sz="3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Sur le plan pédagogique, nous somme soumis à développer un blog personnel parfois attrayant, responsive. Dans les lignes qui suivent nous rendrons explicite et détaillé les pas que nous avons empreinte pour mener à bien ce thème de développement web.</a:t>
            </a:r>
            <a:endParaRPr lang="fr-FR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40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10/02/2026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41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Informatique L3 à l'UTS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sldNum" idx="42"/>
          </p:nvPr>
        </p:nvSpPr>
        <p:spPr>
          <a:xfrm>
            <a:off x="10606320" y="6423840"/>
            <a:ext cx="956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7966AC-F06F-4338-8FFF-B6C25C567BE0}" type="slidenum"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18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fr-FR" sz="72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outils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121" name="Espace réservé du contenu 5"/>
          <p:cNvPicPr/>
          <p:nvPr/>
        </p:nvPicPr>
        <p:blipFill>
          <a:blip r:embed="rId1"/>
          <a:stretch/>
        </p:blipFill>
        <p:spPr>
          <a:xfrm>
            <a:off x="7118280" y="1890360"/>
            <a:ext cx="188172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dt" idx="43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10/02/2026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Image 7"/>
          <p:cNvPicPr/>
          <p:nvPr/>
        </p:nvPicPr>
        <p:blipFill>
          <a:blip r:embed="rId2"/>
          <a:stretch/>
        </p:blipFill>
        <p:spPr>
          <a:xfrm>
            <a:off x="581040" y="1757160"/>
            <a:ext cx="1758960" cy="159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Image 9"/>
          <p:cNvPicPr/>
          <p:nvPr/>
        </p:nvPicPr>
        <p:blipFill>
          <a:blip r:embed="rId3"/>
          <a:stretch/>
        </p:blipFill>
        <p:spPr>
          <a:xfrm>
            <a:off x="2700000" y="1792800"/>
            <a:ext cx="1649520" cy="159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Image 11"/>
          <p:cNvPicPr/>
          <p:nvPr/>
        </p:nvPicPr>
        <p:blipFill>
          <a:blip r:embed="rId4"/>
          <a:stretch/>
        </p:blipFill>
        <p:spPr>
          <a:xfrm>
            <a:off x="4860000" y="1757160"/>
            <a:ext cx="2142720" cy="167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Image 13"/>
          <p:cNvPicPr/>
          <p:nvPr/>
        </p:nvPicPr>
        <p:blipFill>
          <a:blip r:embed="rId5"/>
          <a:stretch/>
        </p:blipFill>
        <p:spPr>
          <a:xfrm>
            <a:off x="9360000" y="1620000"/>
            <a:ext cx="196272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Image 15"/>
          <p:cNvPicPr/>
          <p:nvPr/>
        </p:nvPicPr>
        <p:blipFill>
          <a:blip r:embed="rId6"/>
          <a:stretch/>
        </p:blipFill>
        <p:spPr>
          <a:xfrm>
            <a:off x="3159000" y="4403880"/>
            <a:ext cx="2022480" cy="145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Image 17"/>
          <p:cNvPicPr/>
          <p:nvPr/>
        </p:nvPicPr>
        <p:blipFill>
          <a:blip r:embed="rId7"/>
          <a:stretch/>
        </p:blipFill>
        <p:spPr>
          <a:xfrm>
            <a:off x="5906880" y="4391640"/>
            <a:ext cx="202248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Image 19"/>
          <p:cNvPicPr/>
          <p:nvPr/>
        </p:nvPicPr>
        <p:blipFill>
          <a:blip r:embed="rId8"/>
          <a:stretch/>
        </p:blipFill>
        <p:spPr>
          <a:xfrm>
            <a:off x="8807040" y="4143240"/>
            <a:ext cx="2241720" cy="162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3"/>
          <p:cNvSpPr>
            <a:spLocks noGrp="1"/>
          </p:cNvSpPr>
          <p:nvPr>
            <p:ph type="ftr" idx="44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Informatique L3 à l'UTS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45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D96D72-10A9-41B9-A2D4-BE16D796EC04}" type="slidenum"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" name=""/>
          <p:cNvPicPr/>
          <p:nvPr/>
        </p:nvPicPr>
        <p:blipFill>
          <a:blip r:embed="rId9"/>
          <a:stretch/>
        </p:blipFill>
        <p:spPr>
          <a:xfrm>
            <a:off x="540000" y="4320000"/>
            <a:ext cx="2369520" cy="16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18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fr-FR" sz="72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Modelisation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graphicFrame>
        <p:nvGraphicFramePr>
          <p:cNvPr id="134" name="Espace réservé du contenu 4"/>
          <p:cNvGraphicFramePr/>
          <p:nvPr/>
        </p:nvGraphicFramePr>
        <p:xfrm>
          <a:off x="581040" y="2895840"/>
          <a:ext cx="2092680" cy="1884240"/>
        </p:xfrm>
        <a:graphic>
          <a:graphicData uri="http://schemas.openxmlformats.org/drawingml/2006/table">
            <a:tbl>
              <a:tblPr/>
              <a:tblGrid>
                <a:gridCol w="2092680"/>
              </a:tblGrid>
              <a:tr h="407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fr-FR" sz="2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Franklin Gothic Book"/>
                        </a:rPr>
                        <a:t>Visiteur</a:t>
                      </a:r>
                      <a:endParaRPr lang="fr-FR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365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Franklin Gothic Book"/>
                        </a:rPr>
                        <a:t>Nom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Franklin Gothic Book"/>
                        </a:rPr>
                        <a:t>Prénom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Franklin Gothic Book"/>
                        </a:rPr>
                        <a:t>Mail</a:t>
                      </a: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5" name="PlaceHolder 2"/>
          <p:cNvSpPr>
            <a:spLocks noGrp="1"/>
          </p:cNvSpPr>
          <p:nvPr>
            <p:ph type="dt" idx="46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10/02/2026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Ellipse 5"/>
          <p:cNvSpPr/>
          <p:nvPr/>
        </p:nvSpPr>
        <p:spPr>
          <a:xfrm>
            <a:off x="3948480" y="2895840"/>
            <a:ext cx="2092680" cy="1946520"/>
          </a:xfrm>
          <a:prstGeom prst="ellipse">
            <a:avLst/>
          </a:prstGeom>
          <a:solidFill>
            <a:srgbClr val="1cade4"/>
          </a:solidFill>
          <a:ln cap="rnd">
            <a:solidFill>
              <a:srgbClr val="0c4b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4400" b="0" u="none" strike="noStrike">
                <a:solidFill>
                  <a:schemeClr val="lt1"/>
                </a:solidFill>
                <a:effectLst/>
                <a:uFillTx/>
                <a:latin typeface="Franklin Gothic Book"/>
              </a:rPr>
              <a:t>SITE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Flèche : droite 6"/>
          <p:cNvSpPr/>
          <p:nvPr/>
        </p:nvSpPr>
        <p:spPr>
          <a:xfrm>
            <a:off x="2854080" y="3629880"/>
            <a:ext cx="1094040" cy="581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cade4"/>
          </a:solidFill>
          <a:ln cap="rnd">
            <a:solidFill>
              <a:srgbClr val="0c4b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Franklin Gothic Book"/>
              </a:rPr>
              <a:t>Visiter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ylindre 7"/>
          <p:cNvSpPr/>
          <p:nvPr/>
        </p:nvSpPr>
        <p:spPr>
          <a:xfrm>
            <a:off x="9532080" y="2646360"/>
            <a:ext cx="1745280" cy="3047760"/>
          </a:xfrm>
          <a:prstGeom prst="can">
            <a:avLst>
              <a:gd name="adj" fmla="val 25000"/>
            </a:avLst>
          </a:prstGeom>
          <a:solidFill>
            <a:srgbClr val="1cade4"/>
          </a:solidFill>
          <a:ln cap="rnd">
            <a:solidFill>
              <a:srgbClr val="0c4b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Franklin Gothic Book"/>
              </a:rPr>
              <a:t>Mail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Organigramme : Disque magnétique 9"/>
          <p:cNvSpPr/>
          <p:nvPr/>
        </p:nvSpPr>
        <p:spPr>
          <a:xfrm>
            <a:off x="7135920" y="2648160"/>
            <a:ext cx="1745280" cy="1212480"/>
          </a:xfrm>
          <a:prstGeom prst="flowChartMagneticDisk">
            <a:avLst/>
          </a:prstGeom>
          <a:solidFill>
            <a:srgbClr val="1cade4"/>
          </a:solidFill>
          <a:ln cap="rnd">
            <a:solidFill>
              <a:srgbClr val="0c4b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Franklin Gothic Book"/>
              </a:rPr>
              <a:t>Formspree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Flèche : droite 10"/>
          <p:cNvSpPr/>
          <p:nvPr/>
        </p:nvSpPr>
        <p:spPr>
          <a:xfrm>
            <a:off x="5703480" y="2895840"/>
            <a:ext cx="1564200" cy="733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cade4"/>
          </a:solidFill>
          <a:ln cap="rnd">
            <a:solidFill>
              <a:srgbClr val="0c4b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Franklin Gothic Book"/>
              </a:rPr>
              <a:t>Message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Organigramme : Stockage à accès séquentiel 12"/>
          <p:cNvSpPr/>
          <p:nvPr/>
        </p:nvSpPr>
        <p:spPr>
          <a:xfrm>
            <a:off x="8261280" y="3429000"/>
            <a:ext cx="1522800" cy="1024920"/>
          </a:xfrm>
          <a:prstGeom prst="flowChartMagneticTape">
            <a:avLst/>
          </a:prstGeom>
          <a:solidFill>
            <a:srgbClr val="1cade4"/>
          </a:solidFill>
          <a:ln cap="rnd">
            <a:solidFill>
              <a:srgbClr val="0c4b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Franklin Gothic Book"/>
              </a:rPr>
              <a:t>Message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ftr" idx="47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Informatique L3 à l'UTS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sldNum" idx="48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F9B80-7911-4E8D-904A-850EC75322AB}" type="slidenum"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&lt;numéro&gt;</a:t>
            </a:fld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Rectangle 11"/>
          <p:cNvSpPr/>
          <p:nvPr/>
        </p:nvSpPr>
        <p:spPr>
          <a:xfrm>
            <a:off x="581040" y="1851480"/>
            <a:ext cx="10695960" cy="563040"/>
          </a:xfrm>
          <a:prstGeom prst="rect">
            <a:avLst/>
          </a:prstGeom>
          <a:solidFill>
            <a:srgbClr val="1cade4"/>
          </a:solidFill>
          <a:ln cap="rnd">
            <a:solidFill>
              <a:srgbClr val="0c4b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4000" b="0" u="none" strike="noStrike">
                <a:solidFill>
                  <a:schemeClr val="lt1"/>
                </a:solidFill>
                <a:effectLst/>
                <a:uFillTx/>
                <a:latin typeface="Franklin Gothic Book"/>
              </a:rPr>
              <a:t>https://monsiteweb-381j.onrender.com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18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fr-FR" sz="72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Demi"/>
              </a:rPr>
              <a:t>conclusion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81040" y="2340720"/>
            <a:ext cx="11029320" cy="36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457200">
              <a:lnSpc>
                <a:spcPct val="110000"/>
              </a:lnSpc>
              <a:spcBef>
                <a:spcPts val="7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lang="fr-FR" sz="3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En conclure, ce projet pédagogique nous a été d’une grande utilité. Il nous a  permit d’enrichir notre connaissance sur les outils de développement web comme les servers d’hébergement en ligne à la fois disponible pour tous. Nous avons conscience de la limite de notre travail et sa perfection peut-être l’objet d’un thème de développement futuriste.</a:t>
            </a:r>
            <a:endParaRPr lang="fr-FR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Franklin Gothic Book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49"/>
          </p:nvPr>
        </p:nvSpPr>
        <p:spPr>
          <a:xfrm>
            <a:off x="7606080" y="642384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10/02/2026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ftr" idx="50"/>
          </p:nvPr>
        </p:nvSpPr>
        <p:spPr>
          <a:xfrm>
            <a:off x="581040" y="642384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2400" b="0" u="none" strike="noStrike" cap="all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Informatique L3 à l'UTS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51"/>
          </p:nvPr>
        </p:nvSpPr>
        <p:spPr>
          <a:xfrm>
            <a:off x="10558440" y="642384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Franklin Gothic Book"/>
              </a:rPr>
              <a:t>6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 pitchFamily="0" charset="1"/>
        <a:ea typeface=""/>
        <a:cs typeface=""/>
      </a:majorFont>
      <a:minorFont>
        <a:latin typeface="Franklin Gothic Book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{81747395-7A85-43A6-A5BC-452E1F7438D9}TF201209c3-d067-44f9-a26f-c8f216c44313bd85a48a_win32-aaf37d2e3a1e</Template>
  <TotalTime>315</TotalTime>
  <Application>LibreOffice/25.8.4.2$Linux_X86_64 LibreOffice_project/0366609b1de41a39e1896ae41e33c673f2a73802</Application>
  <AppVersion>15.0000</AppVersion>
  <Words>180</Words>
  <Paragraphs>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2026-02-04T01:01:33Z</dcterms:created>
  <dc:creator>Grace Ouédraogo</dc:creator>
  <dc:description/>
  <dc:language>fr-FR</dc:language>
  <cp:lastModifiedBy/>
  <dcterms:modified xsi:type="dcterms:W3CDTF">2026-02-05T14:47:20Z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6</vt:i4>
  </property>
</Properties>
</file>